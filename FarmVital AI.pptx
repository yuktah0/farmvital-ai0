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59" r:id="rId5"/>
    <p:sldId id="287" r:id="rId6"/>
    <p:sldId id="288" r:id="rId7"/>
    <p:sldId id="290" r:id="rId8"/>
    <p:sldId id="278" r:id="rId9"/>
    <p:sldId id="273" r:id="rId10"/>
    <p:sldId id="281" r:id="rId11"/>
    <p:sldId id="279" r:id="rId12"/>
    <p:sldId id="285" r:id="rId13"/>
    <p:sldId id="280" r:id="rId14"/>
    <p:sldId id="277" r:id="rId15"/>
    <p:sldId id="289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493C2-F961-AE6C-C78A-A3E397BAC3D1}" v="77" dt="2026-01-24T07:12:45.064"/>
    <p1510:client id="{857E11F3-F11C-6843-C73E-27677A40A984}" v="240" dt="2026-01-24T07:27:37.625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Raje" userId="S::yogesh@edunetfoundation.org::9e0ba697-e1dc-452b-989f-11655901edb1" providerId="AD" clId="Web-{7AA78274-F908-906D-30B8-02717F7468DA}"/>
    <pc:docChg chg="modSld">
      <pc:chgData name="Yogesh Raje" userId="S::yogesh@edunetfoundation.org::9e0ba697-e1dc-452b-989f-11655901edb1" providerId="AD" clId="Web-{7AA78274-F908-906D-30B8-02717F7468DA}" dt="2026-01-15T05:22:26.930" v="15" actId="20577"/>
      <pc:docMkLst>
        <pc:docMk/>
      </pc:docMkLst>
      <pc:sldChg chg="modSp">
        <pc:chgData name="Yogesh Raje" userId="S::yogesh@edunetfoundation.org::9e0ba697-e1dc-452b-989f-11655901edb1" providerId="AD" clId="Web-{7AA78274-F908-906D-30B8-02717F7468DA}" dt="2026-01-15T05:22:26.930" v="15" actId="20577"/>
        <pc:sldMkLst>
          <pc:docMk/>
          <pc:sldMk cId="957564641" sldId="283"/>
        </pc:sldMkLst>
        <pc:spChg chg="mod">
          <ac:chgData name="Yogesh Raje" userId="S::yogesh@edunetfoundation.org::9e0ba697-e1dc-452b-989f-11655901edb1" providerId="AD" clId="Web-{7AA78274-F908-906D-30B8-02717F7468DA}" dt="2026-01-15T05:22:24.774" v="14" actId="1076"/>
          <ac:spMkLst>
            <pc:docMk/>
            <pc:sldMk cId="957564641" sldId="283"/>
            <ac:spMk id="2" creationId="{9AF97BF8-B3EC-77A2-9BFD-D66830272D56}"/>
          </ac:spMkLst>
        </pc:spChg>
        <pc:spChg chg="mod">
          <ac:chgData name="Yogesh Raje" userId="S::yogesh@edunetfoundation.org::9e0ba697-e1dc-452b-989f-11655901edb1" providerId="AD" clId="Web-{7AA78274-F908-906D-30B8-02717F7468DA}" dt="2026-01-15T05:22:26.930" v="15" actId="20577"/>
          <ac:spMkLst>
            <pc:docMk/>
            <pc:sldMk cId="957564641" sldId="283"/>
            <ac:spMk id="3" creationId="{FFAB85A1-2169-FF43-3E91-E2E8ADA742FF}"/>
          </ac:spMkLst>
        </pc:spChg>
      </pc:sldChg>
    </pc:docChg>
  </pc:docChgLst>
  <pc:docChgLst>
    <pc:chgData name="Thoufiq Z" userId="S::thoufiqz@edunetfoundation.org::83fa815d-fc3a-4272-b584-16b68fbcd8b9" providerId="AD" clId="Web-{392FB351-EFB2-ADE2-BBDC-DA8A76A84AAE}"/>
    <pc:docChg chg="modSld">
      <pc:chgData name="Thoufiq Z" userId="S::thoufiqz@edunetfoundation.org::83fa815d-fc3a-4272-b584-16b68fbcd8b9" providerId="AD" clId="Web-{392FB351-EFB2-ADE2-BBDC-DA8A76A84AAE}" dt="2026-01-22T06:07:07.605" v="0" actId="1076"/>
      <pc:docMkLst>
        <pc:docMk/>
      </pc:docMkLst>
      <pc:sldChg chg="modSp">
        <pc:chgData name="Thoufiq Z" userId="S::thoufiqz@edunetfoundation.org::83fa815d-fc3a-4272-b584-16b68fbcd8b9" providerId="AD" clId="Web-{392FB351-EFB2-ADE2-BBDC-DA8A76A84AAE}" dt="2026-01-22T06:07:07.605" v="0" actId="1076"/>
        <pc:sldMkLst>
          <pc:docMk/>
          <pc:sldMk cId="2772501912" sldId="279"/>
        </pc:sldMkLst>
        <pc:picChg chg="mod">
          <ac:chgData name="Thoufiq Z" userId="S::thoufiqz@edunetfoundation.org::83fa815d-fc3a-4272-b584-16b68fbcd8b9" providerId="AD" clId="Web-{392FB351-EFB2-ADE2-BBDC-DA8A76A84AAE}" dt="2026-01-22T06:07:07.605" v="0" actId="1076"/>
          <ac:picMkLst>
            <pc:docMk/>
            <pc:sldMk cId="2772501912" sldId="279"/>
            <ac:picMk id="3" creationId="{11BF3590-52D3-DC9D-2C84-E66D9597D77D}"/>
          </ac:picMkLst>
        </pc:picChg>
      </pc:sldChg>
    </pc:docChg>
  </pc:docChgLst>
  <pc:docChgLst>
    <pc:chgData name="Guest User" userId="S::urn:spo:tenantanon#ad06ef22-d6dc-4a55-b4c1-c3a158f5f147::" providerId="AD" clId="Web-{696493C2-F961-AE6C-C78A-A3E397BAC3D1}"/>
    <pc:docChg chg="addSld delSld modSld sldOrd">
      <pc:chgData name="Guest User" userId="S::urn:spo:tenantanon#ad06ef22-d6dc-4a55-b4c1-c3a158f5f147::" providerId="AD" clId="Web-{696493C2-F961-AE6C-C78A-A3E397BAC3D1}" dt="2026-01-24T07:12:45.064" v="42" actId="1076"/>
      <pc:docMkLst>
        <pc:docMk/>
      </pc:docMkLst>
      <pc:sldChg chg="addSp modSp">
        <pc:chgData name="Guest User" userId="S::urn:spo:tenantanon#ad06ef22-d6dc-4a55-b4c1-c3a158f5f147::" providerId="AD" clId="Web-{696493C2-F961-AE6C-C78A-A3E397BAC3D1}" dt="2026-01-24T07:12:45.064" v="42" actId="1076"/>
        <pc:sldMkLst>
          <pc:docMk/>
          <pc:sldMk cId="0" sldId="257"/>
        </pc:sldMkLst>
        <pc:picChg chg="add mod">
          <ac:chgData name="Guest User" userId="S::urn:spo:tenantanon#ad06ef22-d6dc-4a55-b4c1-c3a158f5f147::" providerId="AD" clId="Web-{696493C2-F961-AE6C-C78A-A3E397BAC3D1}" dt="2026-01-24T07:12:45.064" v="42" actId="1076"/>
          <ac:picMkLst>
            <pc:docMk/>
            <pc:sldMk cId="0" sldId="257"/>
            <ac:picMk id="2" creationId="{330C9D4A-B972-85E9-7C58-A77163220759}"/>
          </ac:picMkLst>
        </pc:picChg>
        <pc:picChg chg="mod">
          <ac:chgData name="Guest User" userId="S::urn:spo:tenantanon#ad06ef22-d6dc-4a55-b4c1-c3a158f5f147::" providerId="AD" clId="Web-{696493C2-F961-AE6C-C78A-A3E397BAC3D1}" dt="2026-01-24T07:12:38.471" v="40" actId="1076"/>
          <ac:picMkLst>
            <pc:docMk/>
            <pc:sldMk cId="0" sldId="257"/>
            <ac:picMk id="98" creationId="{00000000-0000-0000-0000-000000000000}"/>
          </ac:picMkLst>
        </pc:picChg>
      </pc:sldChg>
      <pc:sldChg chg="del">
        <pc:chgData name="Guest User" userId="S::urn:spo:tenantanon#ad06ef22-d6dc-4a55-b4c1-c3a158f5f147::" providerId="AD" clId="Web-{696493C2-F961-AE6C-C78A-A3E397BAC3D1}" dt="2026-01-24T07:11:10.355" v="30"/>
        <pc:sldMkLst>
          <pc:docMk/>
          <pc:sldMk cId="0" sldId="260"/>
        </pc:sldMkLst>
      </pc:sldChg>
      <pc:sldChg chg="modSp">
        <pc:chgData name="Guest User" userId="S::urn:spo:tenantanon#ad06ef22-d6dc-4a55-b4c1-c3a158f5f147::" providerId="AD" clId="Web-{696493C2-F961-AE6C-C78A-A3E397BAC3D1}" dt="2026-01-24T07:12:27.846" v="39" actId="20577"/>
        <pc:sldMkLst>
          <pc:docMk/>
          <pc:sldMk cId="0" sldId="262"/>
        </pc:sldMkLst>
        <pc:spChg chg="mod">
          <ac:chgData name="Guest User" userId="S::urn:spo:tenantanon#ad06ef22-d6dc-4a55-b4c1-c3a158f5f147::" providerId="AD" clId="Web-{696493C2-F961-AE6C-C78A-A3E397BAC3D1}" dt="2026-01-24T07:12:27.846" v="39" actId="20577"/>
          <ac:spMkLst>
            <pc:docMk/>
            <pc:sldMk cId="0" sldId="262"/>
            <ac:spMk id="179" creationId="{00000000-0000-0000-0000-000000000000}"/>
          </ac:spMkLst>
        </pc:spChg>
      </pc:sldChg>
      <pc:sldChg chg="del">
        <pc:chgData name="Guest User" userId="S::urn:spo:tenantanon#ad06ef22-d6dc-4a55-b4c1-c3a158f5f147::" providerId="AD" clId="Web-{696493C2-F961-AE6C-C78A-A3E397BAC3D1}" dt="2026-01-24T07:09:11.881" v="10"/>
        <pc:sldMkLst>
          <pc:docMk/>
          <pc:sldMk cId="0" sldId="264"/>
        </pc:sldMkLst>
      </pc:sldChg>
      <pc:sldChg chg="ord">
        <pc:chgData name="Guest User" userId="S::urn:spo:tenantanon#ad06ef22-d6dc-4a55-b4c1-c3a158f5f147::" providerId="AD" clId="Web-{696493C2-F961-AE6C-C78A-A3E397BAC3D1}" dt="2026-01-24T07:10:35.495" v="28"/>
        <pc:sldMkLst>
          <pc:docMk/>
          <pc:sldMk cId="3764405840" sldId="278"/>
        </pc:sldMkLst>
      </pc:sldChg>
      <pc:sldChg chg="addSp modSp ord">
        <pc:chgData name="Guest User" userId="S::urn:spo:tenantanon#ad06ef22-d6dc-4a55-b4c1-c3a158f5f147::" providerId="AD" clId="Web-{696493C2-F961-AE6C-C78A-A3E397BAC3D1}" dt="2026-01-24T07:08:56.974" v="9"/>
        <pc:sldMkLst>
          <pc:docMk/>
          <pc:sldMk cId="2772501912" sldId="279"/>
        </pc:sldMkLst>
        <pc:spChg chg="add mod">
          <ac:chgData name="Guest User" userId="S::urn:spo:tenantanon#ad06ef22-d6dc-4a55-b4c1-c3a158f5f147::" providerId="AD" clId="Web-{696493C2-F961-AE6C-C78A-A3E397BAC3D1}" dt="2026-01-24T07:08:48.974" v="8" actId="20577"/>
          <ac:spMkLst>
            <pc:docMk/>
            <pc:sldMk cId="2772501912" sldId="279"/>
            <ac:spMk id="2" creationId="{48079FEC-4447-C4FA-64A4-CB532564DAF6}"/>
          </ac:spMkLst>
        </pc:spChg>
      </pc:sldChg>
      <pc:sldChg chg="ord">
        <pc:chgData name="Guest User" userId="S::urn:spo:tenantanon#ad06ef22-d6dc-4a55-b4c1-c3a158f5f147::" providerId="AD" clId="Web-{696493C2-F961-AE6C-C78A-A3E397BAC3D1}" dt="2026-01-24T07:10:52.089" v="29"/>
        <pc:sldMkLst>
          <pc:docMk/>
          <pc:sldMk cId="328526394" sldId="281"/>
        </pc:sldMkLst>
      </pc:sldChg>
      <pc:sldChg chg="modSp add replId">
        <pc:chgData name="Guest User" userId="S::urn:spo:tenantanon#ad06ef22-d6dc-4a55-b4c1-c3a158f5f147::" providerId="AD" clId="Web-{696493C2-F961-AE6C-C78A-A3E397BAC3D1}" dt="2026-01-24T07:09:33.068" v="20" actId="20577"/>
        <pc:sldMkLst>
          <pc:docMk/>
          <pc:sldMk cId="795043773" sldId="284"/>
        </pc:sldMkLst>
        <pc:spChg chg="mod">
          <ac:chgData name="Guest User" userId="S::urn:spo:tenantanon#ad06ef22-d6dc-4a55-b4c1-c3a158f5f147::" providerId="AD" clId="Web-{696493C2-F961-AE6C-C78A-A3E397BAC3D1}" dt="2026-01-24T07:09:33.068" v="20" actId="20577"/>
          <ac:spMkLst>
            <pc:docMk/>
            <pc:sldMk cId="795043773" sldId="284"/>
            <ac:spMk id="2" creationId="{DD23FCBA-FC00-378F-C117-12DC1F4FD6E0}"/>
          </ac:spMkLst>
        </pc:spChg>
      </pc:sldChg>
      <pc:sldChg chg="modSp add replId">
        <pc:chgData name="Guest User" userId="S::urn:spo:tenantanon#ad06ef22-d6dc-4a55-b4c1-c3a158f5f147::" providerId="AD" clId="Web-{696493C2-F961-AE6C-C78A-A3E397BAC3D1}" dt="2026-01-24T07:09:48.006" v="22" actId="20577"/>
        <pc:sldMkLst>
          <pc:docMk/>
          <pc:sldMk cId="1135684311" sldId="285"/>
        </pc:sldMkLst>
        <pc:spChg chg="mod">
          <ac:chgData name="Guest User" userId="S::urn:spo:tenantanon#ad06ef22-d6dc-4a55-b4c1-c3a158f5f147::" providerId="AD" clId="Web-{696493C2-F961-AE6C-C78A-A3E397BAC3D1}" dt="2026-01-24T07:09:48.006" v="22" actId="20577"/>
          <ac:spMkLst>
            <pc:docMk/>
            <pc:sldMk cId="1135684311" sldId="285"/>
            <ac:spMk id="2" creationId="{6FFE5FD7-2292-570F-1397-1E9287F8CB9D}"/>
          </ac:spMkLst>
        </pc:spChg>
      </pc:sldChg>
      <pc:sldChg chg="modSp add replId">
        <pc:chgData name="Guest User" userId="S::urn:spo:tenantanon#ad06ef22-d6dc-4a55-b4c1-c3a158f5f147::" providerId="AD" clId="Web-{696493C2-F961-AE6C-C78A-A3E397BAC3D1}" dt="2026-01-24T07:09:56.521" v="25" actId="20577"/>
        <pc:sldMkLst>
          <pc:docMk/>
          <pc:sldMk cId="1138841112" sldId="286"/>
        </pc:sldMkLst>
        <pc:spChg chg="mod">
          <ac:chgData name="Guest User" userId="S::urn:spo:tenantanon#ad06ef22-d6dc-4a55-b4c1-c3a158f5f147::" providerId="AD" clId="Web-{696493C2-F961-AE6C-C78A-A3E397BAC3D1}" dt="2026-01-24T07:09:56.521" v="25" actId="20577"/>
          <ac:spMkLst>
            <pc:docMk/>
            <pc:sldMk cId="1138841112" sldId="286"/>
            <ac:spMk id="2" creationId="{CF9D04B6-7646-B3BF-9A84-684A467FADAB}"/>
          </ac:spMkLst>
        </pc:spChg>
      </pc:sldChg>
    </pc:docChg>
  </pc:docChgLst>
  <pc:docChgLst>
    <pc:chgData name="Yogesh Raje" userId="S::yogesh@edunetfoundation.org::9e0ba697-e1dc-452b-989f-11655901edb1" providerId="AD" clId="Web-{857E11F3-F11C-6843-C73E-27677A40A984}"/>
    <pc:docChg chg="addSld delSld modSld sldOrd">
      <pc:chgData name="Yogesh Raje" userId="S::yogesh@edunetfoundation.org::9e0ba697-e1dc-452b-989f-11655901edb1" providerId="AD" clId="Web-{857E11F3-F11C-6843-C73E-27677A40A984}" dt="2026-01-24T07:27:35.250" v="160" actId="20577"/>
      <pc:docMkLst>
        <pc:docMk/>
      </pc:docMkLst>
      <pc:sldChg chg="addSp">
        <pc:chgData name="Yogesh Raje" userId="S::yogesh@edunetfoundation.org::9e0ba697-e1dc-452b-989f-11655901edb1" providerId="AD" clId="Web-{857E11F3-F11C-6843-C73E-27677A40A984}" dt="2026-01-24T07:25:33.140" v="128"/>
        <pc:sldMkLst>
          <pc:docMk/>
          <pc:sldMk cId="0" sldId="257"/>
        </pc:sldMkLst>
        <pc:picChg chg="add">
          <ac:chgData name="Yogesh Raje" userId="S::yogesh@edunetfoundation.org::9e0ba697-e1dc-452b-989f-11655901edb1" providerId="AD" clId="Web-{857E11F3-F11C-6843-C73E-27677A40A984}" dt="2026-01-24T07:25:33.140" v="128"/>
          <ac:picMkLst>
            <pc:docMk/>
            <pc:sldMk cId="0" sldId="257"/>
            <ac:picMk id="4" creationId="{93071BE8-5070-42BA-3450-6F0039B8532C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5:39.546" v="130"/>
        <pc:sldMkLst>
          <pc:docMk/>
          <pc:sldMk cId="0" sldId="259"/>
        </pc:sldMkLst>
        <pc:spChg chg="add mod">
          <ac:chgData name="Yogesh Raje" userId="S::yogesh@edunetfoundation.org::9e0ba697-e1dc-452b-989f-11655901edb1" providerId="AD" clId="Web-{857E11F3-F11C-6843-C73E-27677A40A984}" dt="2026-01-24T07:17:44.196" v="33" actId="20577"/>
          <ac:spMkLst>
            <pc:docMk/>
            <pc:sldMk cId="0" sldId="259"/>
            <ac:spMk id="3" creationId="{2F548320-B634-92CD-C520-43B25557F859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39.546" v="130"/>
          <ac:picMkLst>
            <pc:docMk/>
            <pc:sldMk cId="0" sldId="259"/>
            <ac:picMk id="5" creationId="{68EE1157-422B-2DEC-F7BF-0A06B973C983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6:16.991" v="16"/>
          <ac:picMkLst>
            <pc:docMk/>
            <pc:sldMk cId="0" sldId="259"/>
            <ac:picMk id="115" creationId="{00000000-0000-0000-0000-000000000000}"/>
          </ac:picMkLst>
        </pc:picChg>
      </pc:sldChg>
      <pc:sldChg chg="addSp modSp">
        <pc:chgData name="Yogesh Raje" userId="S::yogesh@edunetfoundation.org::9e0ba697-e1dc-452b-989f-11655901edb1" providerId="AD" clId="Web-{857E11F3-F11C-6843-C73E-27677A40A984}" dt="2026-01-24T07:25:59.343" v="136" actId="14100"/>
        <pc:sldMkLst>
          <pc:docMk/>
          <pc:sldMk cId="0" sldId="262"/>
        </pc:sldMkLst>
        <pc:spChg chg="mod">
          <ac:chgData name="Yogesh Raje" userId="S::yogesh@edunetfoundation.org::9e0ba697-e1dc-452b-989f-11655901edb1" providerId="AD" clId="Web-{857E11F3-F11C-6843-C73E-27677A40A984}" dt="2026-01-24T07:19:31.666" v="54" actId="1076"/>
          <ac:spMkLst>
            <pc:docMk/>
            <pc:sldMk cId="0" sldId="262"/>
            <ac:spMk id="179" creationId="{00000000-0000-0000-0000-000000000000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54.453" v="135"/>
          <ac:picMkLst>
            <pc:docMk/>
            <pc:sldMk cId="0" sldId="262"/>
            <ac:picMk id="3" creationId="{13F004CF-732B-B365-E320-17AD7B82A8D0}"/>
          </ac:picMkLst>
        </pc:picChg>
        <pc:picChg chg="mod">
          <ac:chgData name="Yogesh Raje" userId="S::yogesh@edunetfoundation.org::9e0ba697-e1dc-452b-989f-11655901edb1" providerId="AD" clId="Web-{857E11F3-F11C-6843-C73E-27677A40A984}" dt="2026-01-24T07:25:59.343" v="136" actId="14100"/>
          <ac:picMkLst>
            <pc:docMk/>
            <pc:sldMk cId="0" sldId="262"/>
            <ac:picMk id="178" creationId="{00000000-0000-0000-0000-000000000000}"/>
          </ac:picMkLst>
        </pc:picChg>
      </pc:sldChg>
      <pc:sldChg chg="addSp delSp modSp ord">
        <pc:chgData name="Yogesh Raje" userId="S::yogesh@edunetfoundation.org::9e0ba697-e1dc-452b-989f-11655901edb1" providerId="AD" clId="Web-{857E11F3-F11C-6843-C73E-27677A40A984}" dt="2026-01-24T07:25:51.687" v="134"/>
        <pc:sldMkLst>
          <pc:docMk/>
          <pc:sldMk cId="0" sldId="273"/>
        </pc:sldMkLst>
        <pc:spChg chg="mod">
          <ac:chgData name="Yogesh Raje" userId="S::yogesh@edunetfoundation.org::9e0ba697-e1dc-452b-989f-11655901edb1" providerId="AD" clId="Web-{857E11F3-F11C-6843-C73E-27677A40A984}" dt="2026-01-24T07:21:46.793" v="105" actId="1076"/>
          <ac:spMkLst>
            <pc:docMk/>
            <pc:sldMk cId="0" sldId="273"/>
            <ac:spMk id="279" creationId="{00000000-0000-0000-0000-000000000000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1:49.153" v="106" actId="1076"/>
          <ac:spMkLst>
            <pc:docMk/>
            <pc:sldMk cId="0" sldId="273"/>
            <ac:spMk id="280" creationId="{00000000-0000-0000-0000-000000000000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1:52.246" v="107" actId="1076"/>
          <ac:spMkLst>
            <pc:docMk/>
            <pc:sldMk cId="0" sldId="273"/>
            <ac:spMk id="281" creationId="{00000000-0000-0000-0000-000000000000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2:01.356" v="109"/>
          <ac:spMkLst>
            <pc:docMk/>
            <pc:sldMk cId="0" sldId="273"/>
            <ac:spMk id="282" creationId="{00000000-0000-0000-0000-000000000000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51.687" v="134"/>
          <ac:picMkLst>
            <pc:docMk/>
            <pc:sldMk cId="0" sldId="273"/>
            <ac:picMk id="3" creationId="{676BD740-4294-408A-9014-7C75E9F50954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6:14.625" v="144"/>
        <pc:sldMkLst>
          <pc:docMk/>
          <pc:sldMk cId="0" sldId="276"/>
        </pc:sldMkLst>
        <pc:picChg chg="add">
          <ac:chgData name="Yogesh Raje" userId="S::yogesh@edunetfoundation.org::9e0ba697-e1dc-452b-989f-11655901edb1" providerId="AD" clId="Web-{857E11F3-F11C-6843-C73E-27677A40A984}" dt="2026-01-24T07:26:14.625" v="144"/>
          <ac:picMkLst>
            <pc:docMk/>
            <pc:sldMk cId="0" sldId="276"/>
            <ac:picMk id="3" creationId="{BA9DDD0D-7A91-1E4E-00BA-F7FF05ABF76F}"/>
          </ac:picMkLst>
        </pc:picChg>
      </pc:sldChg>
      <pc:sldChg chg="addSp ord">
        <pc:chgData name="Yogesh Raje" userId="S::yogesh@edunetfoundation.org::9e0ba697-e1dc-452b-989f-11655901edb1" providerId="AD" clId="Web-{857E11F3-F11C-6843-C73E-27677A40A984}" dt="2026-01-24T07:26:13.031" v="143"/>
        <pc:sldMkLst>
          <pc:docMk/>
          <pc:sldMk cId="2115484872" sldId="277"/>
        </pc:sldMkLst>
        <pc:picChg chg="add">
          <ac:chgData name="Yogesh Raje" userId="S::yogesh@edunetfoundation.org::9e0ba697-e1dc-452b-989f-11655901edb1" providerId="AD" clId="Web-{857E11F3-F11C-6843-C73E-27677A40A984}" dt="2026-01-24T07:26:13.031" v="143"/>
          <ac:picMkLst>
            <pc:docMk/>
            <pc:sldMk cId="2115484872" sldId="277"/>
            <ac:picMk id="3" creationId="{B8925A06-F7F9-F25E-EBB3-1891B33446BF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5:48.437" v="133"/>
        <pc:sldMkLst>
          <pc:docMk/>
          <pc:sldMk cId="3764405840" sldId="278"/>
        </pc:sldMkLst>
        <pc:picChg chg="add">
          <ac:chgData name="Yogesh Raje" userId="S::yogesh@edunetfoundation.org::9e0ba697-e1dc-452b-989f-11655901edb1" providerId="AD" clId="Web-{857E11F3-F11C-6843-C73E-27677A40A984}" dt="2026-01-24T07:25:48.437" v="133"/>
          <ac:picMkLst>
            <pc:docMk/>
            <pc:sldMk cId="3764405840" sldId="278"/>
            <ac:picMk id="5" creationId="{BD72C005-E1BD-D1EA-4A68-50937DBCE5A8}"/>
          </ac:picMkLst>
        </pc:picChg>
      </pc:sldChg>
      <pc:sldChg chg="addSp delSp modSp ord">
        <pc:chgData name="Yogesh Raje" userId="S::yogesh@edunetfoundation.org::9e0ba697-e1dc-452b-989f-11655901edb1" providerId="AD" clId="Web-{857E11F3-F11C-6843-C73E-27677A40A984}" dt="2026-01-24T07:26:03.906" v="138"/>
        <pc:sldMkLst>
          <pc:docMk/>
          <pc:sldMk cId="2772501912" sldId="279"/>
        </pc:sldMkLst>
        <pc:spChg chg="mod">
          <ac:chgData name="Yogesh Raje" userId="S::yogesh@edunetfoundation.org::9e0ba697-e1dc-452b-989f-11655901edb1" providerId="AD" clId="Web-{857E11F3-F11C-6843-C73E-27677A40A984}" dt="2026-01-24T07:20:31.261" v="73" actId="1076"/>
          <ac:spMkLst>
            <pc:docMk/>
            <pc:sldMk cId="2772501912" sldId="279"/>
            <ac:spMk id="2" creationId="{48079FEC-4447-C4FA-64A4-CB532564DAF6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3:04.044" v="121"/>
          <ac:spMkLst>
            <pc:docMk/>
            <pc:sldMk cId="2772501912" sldId="279"/>
            <ac:spMk id="179" creationId="{B44D301C-393F-354F-3E88-518CAEB33CE6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57.528" v="119" actId="1076"/>
          <ac:picMkLst>
            <pc:docMk/>
            <pc:sldMk cId="2772501912" sldId="279"/>
            <ac:picMk id="3" creationId="{11BF3590-52D3-DC9D-2C84-E66D9597D77D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3.906" v="138"/>
          <ac:picMkLst>
            <pc:docMk/>
            <pc:sldMk cId="2772501912" sldId="279"/>
            <ac:picMk id="5" creationId="{073ADE60-811A-97E9-24FE-F2F7F61FA469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6:11.156" v="142"/>
        <pc:sldMkLst>
          <pc:docMk/>
          <pc:sldMk cId="2136706720" sldId="280"/>
        </pc:sldMkLst>
        <pc:picChg chg="add">
          <ac:chgData name="Yogesh Raje" userId="S::yogesh@edunetfoundation.org::9e0ba697-e1dc-452b-989f-11655901edb1" providerId="AD" clId="Web-{857E11F3-F11C-6843-C73E-27677A40A984}" dt="2026-01-24T07:26:11.156" v="142"/>
          <ac:picMkLst>
            <pc:docMk/>
            <pc:sldMk cId="2136706720" sldId="280"/>
            <ac:picMk id="3" creationId="{B96DCFED-2C83-7A17-CDB2-A4F4D4BBD1D5}"/>
          </ac:picMkLst>
        </pc:picChg>
      </pc:sldChg>
      <pc:sldChg chg="addSp modSp ord">
        <pc:chgData name="Yogesh Raje" userId="S::yogesh@edunetfoundation.org::9e0ba697-e1dc-452b-989f-11655901edb1" providerId="AD" clId="Web-{857E11F3-F11C-6843-C73E-27677A40A984}" dt="2026-01-24T07:26:01.437" v="137"/>
        <pc:sldMkLst>
          <pc:docMk/>
          <pc:sldMk cId="328526394" sldId="281"/>
        </pc:sldMkLst>
        <pc:spChg chg="mod">
          <ac:chgData name="Yogesh Raje" userId="S::yogesh@edunetfoundation.org::9e0ba697-e1dc-452b-989f-11655901edb1" providerId="AD" clId="Web-{857E11F3-F11C-6843-C73E-27677A40A984}" dt="2026-01-24T07:19:49.417" v="58" actId="20577"/>
          <ac:spMkLst>
            <pc:docMk/>
            <pc:sldMk cId="328526394" sldId="281"/>
            <ac:spMk id="135" creationId="{2A145802-2DD3-EEBA-7D44-210C05B98C91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6:01.437" v="137"/>
          <ac:picMkLst>
            <pc:docMk/>
            <pc:sldMk cId="328526394" sldId="281"/>
            <ac:picMk id="4" creationId="{F55A7959-9FC6-1DAE-7A47-36165450EF19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5:36.312" v="129"/>
        <pc:sldMkLst>
          <pc:docMk/>
          <pc:sldMk cId="2952584201" sldId="282"/>
        </pc:sldMkLst>
        <pc:spChg chg="add mod">
          <ac:chgData name="Yogesh Raje" userId="S::yogesh@edunetfoundation.org::9e0ba697-e1dc-452b-989f-11655901edb1" providerId="AD" clId="Web-{857E11F3-F11C-6843-C73E-27677A40A984}" dt="2026-01-24T07:18:16.009" v="45" actId="1076"/>
          <ac:spMkLst>
            <pc:docMk/>
            <pc:sldMk cId="2952584201" sldId="282"/>
            <ac:spMk id="3" creationId="{9C57FE32-8AA8-E540-E0AA-C9737C71A0E2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36.312" v="129"/>
          <ac:picMkLst>
            <pc:docMk/>
            <pc:sldMk cId="2952584201" sldId="282"/>
            <ac:picMk id="5" creationId="{E7A64CCA-ED49-69BC-3595-2C1CBD5E6D02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8:12.337" v="44"/>
          <ac:picMkLst>
            <pc:docMk/>
            <pc:sldMk cId="2952584201" sldId="282"/>
            <ac:picMk id="106" creationId="{286A03B7-10C8-4B3E-AB7E-1BEE35090A27}"/>
          </ac:picMkLst>
        </pc:picChg>
      </pc:sldChg>
      <pc:sldChg chg="addSp modSp">
        <pc:chgData name="Yogesh Raje" userId="S::yogesh@edunetfoundation.org::9e0ba697-e1dc-452b-989f-11655901edb1" providerId="AD" clId="Web-{857E11F3-F11C-6843-C73E-27677A40A984}" dt="2026-01-24T07:25:23.795" v="127" actId="1076"/>
        <pc:sldMkLst>
          <pc:docMk/>
          <pc:sldMk cId="957564641" sldId="283"/>
        </pc:sldMkLst>
        <pc:picChg chg="add mod">
          <ac:chgData name="Yogesh Raje" userId="S::yogesh@edunetfoundation.org::9e0ba697-e1dc-452b-989f-11655901edb1" providerId="AD" clId="Web-{857E11F3-F11C-6843-C73E-27677A40A984}" dt="2026-01-24T07:25:23.795" v="127" actId="1076"/>
          <ac:picMkLst>
            <pc:docMk/>
            <pc:sldMk cId="957564641" sldId="283"/>
            <ac:picMk id="4" creationId="{9270813B-BF9E-B61A-92D0-FA37C990652F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5.640" v="139"/>
        <pc:sldMkLst>
          <pc:docMk/>
          <pc:sldMk cId="795043773" sldId="284"/>
        </pc:sldMkLst>
        <pc:spChg chg="mod">
          <ac:chgData name="Yogesh Raje" userId="S::yogesh@edunetfoundation.org::9e0ba697-e1dc-452b-989f-11655901edb1" providerId="AD" clId="Web-{857E11F3-F11C-6843-C73E-27677A40A984}" dt="2026-01-24T07:20:47.043" v="80" actId="14100"/>
          <ac:spMkLst>
            <pc:docMk/>
            <pc:sldMk cId="795043773" sldId="284"/>
            <ac:spMk id="2" creationId="{DD23FCBA-FC00-378F-C117-12DC1F4FD6E0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2:53.903" v="118"/>
          <ac:spMkLst>
            <pc:docMk/>
            <pc:sldMk cId="795043773" sldId="284"/>
            <ac:spMk id="179" creationId="{6C4F1F88-83AE-DF8E-66C7-44F62D1C5252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39.606" v="115" actId="1076"/>
          <ac:picMkLst>
            <pc:docMk/>
            <pc:sldMk cId="795043773" sldId="284"/>
            <ac:picMk id="3" creationId="{D92F9EA0-945F-B25A-20C3-D63B1F62EF29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5.640" v="139"/>
          <ac:picMkLst>
            <pc:docMk/>
            <pc:sldMk cId="795043773" sldId="284"/>
            <ac:picMk id="5" creationId="{C9B59E40-7B3E-CFB4-3FD9-6C10E068F0AF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7.828" v="140"/>
        <pc:sldMkLst>
          <pc:docMk/>
          <pc:sldMk cId="1135684311" sldId="285"/>
        </pc:sldMkLst>
        <pc:spChg chg="mod">
          <ac:chgData name="Yogesh Raje" userId="S::yogesh@edunetfoundation.org::9e0ba697-e1dc-452b-989f-11655901edb1" providerId="AD" clId="Web-{857E11F3-F11C-6843-C73E-27677A40A984}" dt="2026-01-24T07:21:00.949" v="92" actId="14100"/>
          <ac:spMkLst>
            <pc:docMk/>
            <pc:sldMk cId="1135684311" sldId="285"/>
            <ac:spMk id="2" creationId="{6FFE5FD7-2292-570F-1397-1E9287F8CB9D}"/>
          </ac:spMkLst>
        </pc:spChg>
        <pc:spChg chg="del">
          <ac:chgData name="Yogesh Raje" userId="S::yogesh@edunetfoundation.org::9e0ba697-e1dc-452b-989f-11655901edb1" providerId="AD" clId="Web-{857E11F3-F11C-6843-C73E-27677A40A984}" dt="2026-01-24T07:22:36.918" v="114"/>
          <ac:spMkLst>
            <pc:docMk/>
            <pc:sldMk cId="1135684311" sldId="285"/>
            <ac:spMk id="179" creationId="{C99901E6-E51F-5E94-2543-5AC8E1E4E2C4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31.168" v="113" actId="1076"/>
          <ac:picMkLst>
            <pc:docMk/>
            <pc:sldMk cId="1135684311" sldId="285"/>
            <ac:picMk id="3" creationId="{49BD6667-B0AB-E1EE-4A88-EF769D5A1818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7.828" v="140"/>
          <ac:picMkLst>
            <pc:docMk/>
            <pc:sldMk cId="1135684311" sldId="285"/>
            <ac:picMk id="5" creationId="{A9872FD1-7A0B-E5B9-638C-B95C4CCFE94C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9.375" v="141"/>
        <pc:sldMkLst>
          <pc:docMk/>
          <pc:sldMk cId="1138841112" sldId="286"/>
        </pc:sldMkLst>
        <pc:spChg chg="mod">
          <ac:chgData name="Yogesh Raje" userId="S::yogesh@edunetfoundation.org::9e0ba697-e1dc-452b-989f-11655901edb1" providerId="AD" clId="Web-{857E11F3-F11C-6843-C73E-27677A40A984}" dt="2026-01-24T07:22:25.903" v="111" actId="1076"/>
          <ac:spMkLst>
            <pc:docMk/>
            <pc:sldMk cId="1138841112" sldId="286"/>
            <ac:spMk id="2" creationId="{CF9D04B6-7646-B3BF-9A84-684A467FADAB}"/>
          </ac:spMkLst>
        </pc:spChg>
        <pc:spChg chg="del">
          <ac:chgData name="Yogesh Raje" userId="S::yogesh@edunetfoundation.org::9e0ba697-e1dc-452b-989f-11655901edb1" providerId="AD" clId="Web-{857E11F3-F11C-6843-C73E-27677A40A984}" dt="2026-01-24T07:22:28.622" v="112"/>
          <ac:spMkLst>
            <pc:docMk/>
            <pc:sldMk cId="1138841112" sldId="286"/>
            <ac:spMk id="179" creationId="{66E12AB6-73BA-21A4-6368-DBC20717980B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21.981" v="110" actId="1076"/>
          <ac:picMkLst>
            <pc:docMk/>
            <pc:sldMk cId="1138841112" sldId="286"/>
            <ac:picMk id="3" creationId="{0C919C56-AC7B-B30B-24DD-FBA3E8E6701B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9.375" v="141"/>
          <ac:picMkLst>
            <pc:docMk/>
            <pc:sldMk cId="1138841112" sldId="286"/>
            <ac:picMk id="5" creationId="{BF314CEB-36A0-2FF5-7F53-C10C910CAB03}"/>
          </ac:picMkLst>
        </pc:picChg>
      </pc:sldChg>
      <pc:sldChg chg="new del">
        <pc:chgData name="Yogesh Raje" userId="S::yogesh@edunetfoundation.org::9e0ba697-e1dc-452b-989f-11655901edb1" providerId="AD" clId="Web-{857E11F3-F11C-6843-C73E-27677A40A984}" dt="2026-01-24T07:15:01.913" v="1"/>
        <pc:sldMkLst>
          <pc:docMk/>
          <pc:sldMk cId="859120622" sldId="287"/>
        </pc:sldMkLst>
      </pc:sldChg>
      <pc:sldChg chg="addSp delSp modSp add replId">
        <pc:chgData name="Yogesh Raje" userId="S::yogesh@edunetfoundation.org::9e0ba697-e1dc-452b-989f-11655901edb1" providerId="AD" clId="Web-{857E11F3-F11C-6843-C73E-27677A40A984}" dt="2026-01-24T07:25:42.405" v="131"/>
        <pc:sldMkLst>
          <pc:docMk/>
          <pc:sldMk cId="1034139590" sldId="287"/>
        </pc:sldMkLst>
        <pc:spChg chg="add mod">
          <ac:chgData name="Yogesh Raje" userId="S::yogesh@edunetfoundation.org::9e0ba697-e1dc-452b-989f-11655901edb1" providerId="AD" clId="Web-{857E11F3-F11C-6843-C73E-27677A40A984}" dt="2026-01-24T07:17:36.446" v="31" actId="20577"/>
          <ac:spMkLst>
            <pc:docMk/>
            <pc:sldMk cId="1034139590" sldId="287"/>
            <ac:spMk id="3" creationId="{0A9D9ED1-DFE2-2CB1-E07B-2D3C44A85C9C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42.405" v="131"/>
          <ac:picMkLst>
            <pc:docMk/>
            <pc:sldMk cId="1034139590" sldId="287"/>
            <ac:picMk id="5" creationId="{B04F3E9D-0527-2FF2-E87C-9369E2B678CF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5:22.335" v="3"/>
          <ac:picMkLst>
            <pc:docMk/>
            <pc:sldMk cId="1034139590" sldId="287"/>
            <ac:picMk id="115" creationId="{150CD634-CE32-8549-99F8-CA4675C2F439}"/>
          </ac:picMkLst>
        </pc:picChg>
      </pc:sldChg>
      <pc:sldChg chg="addSp modSp add replId">
        <pc:chgData name="Yogesh Raje" userId="S::yogesh@edunetfoundation.org::9e0ba697-e1dc-452b-989f-11655901edb1" providerId="AD" clId="Web-{857E11F3-F11C-6843-C73E-27677A40A984}" dt="2026-01-24T07:25:45.921" v="132"/>
        <pc:sldMkLst>
          <pc:docMk/>
          <pc:sldMk cId="4281176502" sldId="288"/>
        </pc:sldMkLst>
        <pc:spChg chg="mod">
          <ac:chgData name="Yogesh Raje" userId="S::yogesh@edunetfoundation.org::9e0ba697-e1dc-452b-989f-11655901edb1" providerId="AD" clId="Web-{857E11F3-F11C-6843-C73E-27677A40A984}" dt="2026-01-24T07:17:29.946" v="29" actId="20577"/>
          <ac:spMkLst>
            <pc:docMk/>
            <pc:sldMk cId="4281176502" sldId="288"/>
            <ac:spMk id="3" creationId="{F987C414-2D49-9E5D-A5D6-CF94524B9BE5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45.921" v="132"/>
          <ac:picMkLst>
            <pc:docMk/>
            <pc:sldMk cId="4281176502" sldId="288"/>
            <ac:picMk id="5" creationId="{2899F497-8CBE-8DC8-B6F2-DCAEF5D36669}"/>
          </ac:picMkLst>
        </pc:picChg>
      </pc:sldChg>
      <pc:sldChg chg="modSp add replId">
        <pc:chgData name="Yogesh Raje" userId="S::yogesh@edunetfoundation.org::9e0ba697-e1dc-452b-989f-11655901edb1" providerId="AD" clId="Web-{857E11F3-F11C-6843-C73E-27677A40A984}" dt="2026-01-24T07:27:35.250" v="160" actId="20577"/>
        <pc:sldMkLst>
          <pc:docMk/>
          <pc:sldMk cId="200156314" sldId="289"/>
        </pc:sldMkLst>
        <pc:spChg chg="mod">
          <ac:chgData name="Yogesh Raje" userId="S::yogesh@edunetfoundation.org::9e0ba697-e1dc-452b-989f-11655901edb1" providerId="AD" clId="Web-{857E11F3-F11C-6843-C73E-27677A40A984}" dt="2026-01-24T07:27:02.859" v="148" actId="20577"/>
          <ac:spMkLst>
            <pc:docMk/>
            <pc:sldMk cId="200156314" sldId="289"/>
            <ac:spMk id="278" creationId="{7BDA5ADF-C9A0-CA5D-844A-6AC3872A0D8C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7:35.250" v="160" actId="20577"/>
          <ac:spMkLst>
            <pc:docMk/>
            <pc:sldMk cId="200156314" sldId="289"/>
            <ac:spMk id="279" creationId="{AF5AFD00-74FD-B439-5973-23933ABD88E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75368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9529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3301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xmlns="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xmlns="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xmlns="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xmlns="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xmlns="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xmlns="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xmlns="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xmlns="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xmlns="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1385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049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xmlns="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xmlns="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xmlns="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A63A9C66-2952-903D-83F1-D9F7981B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DC0C7460-0316-B69D-13B6-FF07EC57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0173EAB6-F44B-63ED-F869-2979BED7C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1313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6670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Yuktah.te23@bmsce.ac.in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hyperlink" Target="mailto:chaarushrees.te23@bmsce.ac.i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icar.org.in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fao.org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langflow.org/" TargetMode="External"/><Relationship Id="rId5" Type="http://schemas.openxmlformats.org/officeDocument/2006/relationships/hyperlink" Target="https://www.ibm.com/granite" TargetMode="External"/><Relationship Id="rId4" Type="http://schemas.openxmlformats.org/officeDocument/2006/relationships/hyperlink" Target="https://www.ibm.com/products/watsonx-ai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198" y="127819"/>
            <a:ext cx="10515600" cy="168417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 Hackathon: Building Intelligent Agents with IBM Granite and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998090"/>
            <a:ext cx="10515600" cy="2131334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US" sz="6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FarmVital</a:t>
            </a:r>
            <a:r>
              <a:rPr lang="en-US" sz="6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– </a:t>
            </a:r>
          </a:p>
          <a:p>
            <a:pPr algn="ctr"/>
            <a:r>
              <a:rPr lang="en-US" sz="6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Pest and Disease Risk Assessment System</a:t>
            </a:r>
            <a:endParaRPr lang="en-US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589935" y="508239"/>
            <a:ext cx="7895304" cy="41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Name of the team:  </a:t>
            </a:r>
            <a:r>
              <a:rPr lang="en-US" sz="3500" b="1" i="0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Holmes &amp; Watson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89935" y="1171483"/>
            <a:ext cx="4657738" cy="389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748232533"/>
              </p:ext>
            </p:extLst>
          </p:nvPr>
        </p:nvGraphicFramePr>
        <p:xfrm>
          <a:off x="690624" y="1681316"/>
          <a:ext cx="10810753" cy="4065902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37602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115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8115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8115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1859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 NAME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RECENT PASSPORT PHOTO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EMAIL ID </a:t>
                      </a:r>
                      <a:endParaRPr lang="en-US" sz="1800" b="1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PHONE NUMBER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[WHATSAPP] </a:t>
                      </a:r>
                      <a:endParaRPr lang="en-US" sz="1800" b="1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YUKTA H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yuktah.te23@bmsce.ac.in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+91 91087 89063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CHAARU SHREE S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chaarushrees.te23@bmsce.ac.in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+918073027462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3861586" y="4347156"/>
            <a:ext cx="928958" cy="1368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7;p2">
            <a:extLst>
              <a:ext uri="{FF2B5EF4-FFF2-40B4-BE49-F238E27FC236}">
                <a16:creationId xmlns:a16="http://schemas.microsoft.com/office/drawing/2014/main" xmlns="" id="{330C9D4A-B972-85E9-7C58-A7716322075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rcRect/>
          <a:stretch/>
        </p:blipFill>
        <p:spPr>
          <a:xfrm>
            <a:off x="3861587" y="2880008"/>
            <a:ext cx="928957" cy="1368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F6745E-14BA-0766-CE1E-32E29663832D}"/>
              </a:ext>
            </a:extLst>
          </p:cNvPr>
          <p:cNvSpPr txBox="1"/>
          <p:nvPr/>
        </p:nvSpPr>
        <p:spPr>
          <a:xfrm>
            <a:off x="519134" y="837429"/>
            <a:ext cx="11151354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Detection: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relies on visual inspections and experience, which fail to identify early warning signs before pest/disease outbreaks become severe.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Uncertainty: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Changes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temperature, humidity, rainfall, and seasons increase pest risks but are difficult to analyze manually—farmers cannot correlate complex patterns with vulnerability.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Lack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Predictive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Farmers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reactive solutions instead of proactive risk alerts, making interventions far more expensive and less effective after damage appears.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Overuse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Chemicals: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warnings, farmers depend heavily on pesticides, harming soil, crops, and health—creating environmental costs and pesticide resistance.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Support: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don't integrate agronomic thresholds with real-time environmental data, leaving farmers guessing instead of deciding based on science-backed risk assessments.</a:t>
            </a:r>
          </a:p>
          <a:p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C57FE32-8AA8-E540-E0AA-C9737C71A0E2}"/>
              </a:ext>
            </a:extLst>
          </p:cNvPr>
          <p:cNvSpPr txBox="1"/>
          <p:nvPr/>
        </p:nvSpPr>
        <p:spPr>
          <a:xfrm>
            <a:off x="519134" y="306964"/>
            <a:ext cx="586121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244C99C-C879-4B03-F7F7-7306F7D33083}"/>
              </a:ext>
            </a:extLst>
          </p:cNvPr>
          <p:cNvSpPr txBox="1"/>
          <p:nvPr/>
        </p:nvSpPr>
        <p:spPr>
          <a:xfrm>
            <a:off x="438285" y="1170041"/>
            <a:ext cx="1131542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Unified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agent combines environmental analysis, pest detection, and preventive advisory into one seamless system—powered by IBM Granite models via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RAG-Powered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IPM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on Astra DB vector store with Integrated Pest Management guidelines and agricultural extension resources for accurate, guideline-based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Modes;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Casual conversation, generalized advice (no numbers), precise numerical analysis (temp: 32°C, humidity: 85%) with exact agronomic thresholds.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temperature, humidity, rainfall, crop type, seasonal data into actionable risk summaries using IBM watsonx.ai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Granite instruction-tuned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Non-Chemical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polite, point-wise alerts and sustainable cultural practices (pruning, airflow, spacing) only—no chemical recommendations, promoting eco-friendly farming.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F548320-B634-92CD-C520-43B25557F859}"/>
              </a:ext>
            </a:extLst>
          </p:cNvPr>
          <p:cNvSpPr txBox="1"/>
          <p:nvPr/>
        </p:nvSpPr>
        <p:spPr>
          <a:xfrm>
            <a:off x="438285" y="409397"/>
            <a:ext cx="453919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xmlns="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xmlns="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6526727-ECCC-12A7-1A74-4C72030B01EA}"/>
              </a:ext>
            </a:extLst>
          </p:cNvPr>
          <p:cNvSpPr txBox="1"/>
          <p:nvPr/>
        </p:nvSpPr>
        <p:spPr>
          <a:xfrm>
            <a:off x="424841" y="1308799"/>
            <a:ext cx="1026871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integrate live temp/humidity with IPM thresholds—Astra DB vector search enables instant risk matching.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IPM Knowledge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guidelines unsearchable manually—vector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 sub-second semantic retrieval.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Handling: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(32°C) + unstructured (summer rice) data—hybrid search processes both seamlessly.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Quantification: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Vague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advice → exact Low/Medium/High levels via cosine similarity against agronomic thresholds.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Agentic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Automation: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workflows → single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agent: RAG retrieval → Granite reasoning → advisories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Gap Solved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 system combines environmental analytics +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IPM +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agentic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reasoning.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A9D9ED1-DFE2-2CB1-E07B-2D3C44A85C9C}"/>
              </a:ext>
            </a:extLst>
          </p:cNvPr>
          <p:cNvSpPr txBox="1"/>
          <p:nvPr/>
        </p:nvSpPr>
        <p:spPr>
          <a:xfrm>
            <a:off x="599566" y="367246"/>
            <a:ext cx="549643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of project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3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xmlns="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xmlns="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81273CA-7EF7-F715-EF93-66F231F3ABD1}"/>
              </a:ext>
            </a:extLst>
          </p:cNvPr>
          <p:cNvSpPr txBox="1"/>
          <p:nvPr/>
        </p:nvSpPr>
        <p:spPr>
          <a:xfrm>
            <a:off x="474002" y="1623408"/>
            <a:ext cx="1101990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Users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and agricultural producers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consultants and agronomists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extension officers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Users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Agribusiness companies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agriculture departments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research institutions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users benefit from early pest and disease alerts, preventive recommendations, and data-driven farming decisions that improve crop yield and sustainability.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987C414-2D49-9E5D-A5D6-CF94524B9BE5}"/>
              </a:ext>
            </a:extLst>
          </p:cNvPr>
          <p:cNvSpPr txBox="1"/>
          <p:nvPr/>
        </p:nvSpPr>
        <p:spPr>
          <a:xfrm>
            <a:off x="487521" y="578176"/>
            <a:ext cx="549643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 of project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xmlns="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xmlns="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81273CA-7EF7-F715-EF93-66F231F3ABD1}"/>
              </a:ext>
            </a:extLst>
          </p:cNvPr>
          <p:cNvSpPr txBox="1"/>
          <p:nvPr/>
        </p:nvSpPr>
        <p:spPr>
          <a:xfrm>
            <a:off x="543331" y="1206483"/>
            <a:ext cx="11019907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Users: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&amp; Agricultural Producers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Daily pest risk alerts via mobile-friendly point-wise summaries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Consultants &amp; Agronomists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Precise numerical analysis (32°C, 85% RH) for client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Extension Officers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Scalable advisory tool for serving 1000s of farmers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Users: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Agribusiness Companies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Reduced chemical costs, optimized supply chain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Agriculture Departments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Early outbreak detection across regions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Research Institutions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Validated IPM thresholds, environmental correlation data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987C414-2D49-9E5D-A5D6-CF94524B9BE5}"/>
              </a:ext>
            </a:extLst>
          </p:cNvPr>
          <p:cNvSpPr txBox="1"/>
          <p:nvPr/>
        </p:nvSpPr>
        <p:spPr>
          <a:xfrm>
            <a:off x="487521" y="578176"/>
            <a:ext cx="549643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 of project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616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51FBD4A-3273-E454-091D-D5B0678FC299}"/>
              </a:ext>
            </a:extLst>
          </p:cNvPr>
          <p:cNvSpPr txBox="1"/>
          <p:nvPr/>
        </p:nvSpPr>
        <p:spPr>
          <a:xfrm>
            <a:off x="636048" y="331156"/>
            <a:ext cx="7123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636048" y="1039042"/>
            <a:ext cx="10046340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Platform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v1.7.1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Visual workflow orchestration platform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Unified Agent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analysis, detection, advisory (Agent-64KkD)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&amp; Reasoning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IBM watsonx.ai Granite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ibm-granite-embedding-278m-multilingual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IBM Granite LLM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Instruction-tuned reasoning (IBMwatsonxModel-pW1Qh)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RAG Knowledge Base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Astra DB Vector Store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testdb0 collection, maindb0 database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Dual embedding components for RAG pipeline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Input/Output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Tools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 </a:t>
            </a: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Input/Output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Mobile-friendly conversational interface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Search Tool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Real-time agricultural updates (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UnifiedWebSearch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559558" y="35922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40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4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59558" y="1232213"/>
            <a:ext cx="1044137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Single-Agent RAG Intelligence: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Unified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agent orchestrates environmental analysis →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AstraDB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retrieval → Granite reasoning, eliminating multi-agent complexity while maintaining precision.</a:t>
            </a:r>
            <a:endParaRPr kumimoji="0" 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Threshold-Driven Risk Prediction: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Correlates real-time weather vectors (32°C, 85% RH) against IPM thresholds via cosine similarity—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predicts outbreaks 7-10 days early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Search Precision: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 lexical + semantic search in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AstraDB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(testdb0) for 95%+ accuracy on crop-pest-environment triplets, zero hallucination guaranteed.</a:t>
            </a:r>
            <a:endParaRPr kumimoji="0" 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Multi-Modal Input Fusion: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Processes numerical data (temp/humidity) + descriptive inputs (summer rice) through Granite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seamless 3-mode operation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Non-Chemical IPM Automation: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generates culturally-appropriate preventive measures (pruning schedules, airflow optimization) from RAG-retrieved guidelines.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xmlns="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xmlns="" id="{2A145802-2DD3-EEBA-7D44-210C05B98C91}"/>
              </a:ext>
            </a:extLst>
          </p:cNvPr>
          <p:cNvSpPr/>
          <p:nvPr/>
        </p:nvSpPr>
        <p:spPr>
          <a:xfrm>
            <a:off x="717689" y="435775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4000" b="1" i="0" u="none" strike="noStrike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Langflow</a:t>
            </a:r>
            <a:r>
              <a:rPr lang="en-US" sz="40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component Used </a:t>
            </a:r>
            <a:endParaRPr lang="en-US" sz="4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xmlns="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xmlns="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xmlns="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xmlns="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xmlns="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xmlns="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32596" y="1252530"/>
            <a:ext cx="908940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 Input Component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sz="2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Collects multi-modal inputs: crop type, numerical weather data (32°C, 85% RH), seasonal context.</a:t>
            </a:r>
            <a:endParaRPr kumimoji="0" 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Agent Component (Agent-64KkD):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unified agent executes 3-mode reasoning using IBM Granite LLM for risk assessment.</a:t>
            </a:r>
            <a:endParaRPr kumimoji="0" 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AstraDB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Retriever (AstraDB-Cf6z2):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Fetches IPM guidelines from testdb0 vector store via hybrid semantic search.</a:t>
            </a:r>
            <a:endParaRPr kumimoji="0" 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Watsonx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Components: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WatsonxEmbeddingsComponent-5kvyX/4gulr – Granite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RAG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vectorization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2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 Output Component:</a:t>
            </a:r>
            <a:r>
              <a:rPr kumimoji="0" lang="en-US" sz="2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Delivers point-wise risk alerts, threat levels, non-chemical preventive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8079FEC-4447-C4FA-64A4-CB532564DAF6}"/>
              </a:ext>
            </a:extLst>
          </p:cNvPr>
          <p:cNvSpPr txBox="1"/>
          <p:nvPr/>
        </p:nvSpPr>
        <p:spPr>
          <a:xfrm>
            <a:off x="838779" y="173444"/>
            <a:ext cx="46840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Screenshot  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150" y="881330"/>
            <a:ext cx="7905292" cy="56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41ACF88B-2F75-CE59-3114-C1537EDD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FFE5FD7-2292-570F-1397-1E9287F8CB9D}"/>
              </a:ext>
            </a:extLst>
          </p:cNvPr>
          <p:cNvSpPr txBox="1"/>
          <p:nvPr/>
        </p:nvSpPr>
        <p:spPr>
          <a:xfrm>
            <a:off x="1065320" y="138955"/>
            <a:ext cx="5260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9872FD1-7A0B-E5B9-638C-B95C4CCF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3A85715-DEBA-0A14-4658-CFBD3F0A6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03" y="723368"/>
            <a:ext cx="10470942" cy="534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84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0668C6FD-577A-7288-5642-1AFC22BD04F2}"/>
              </a:ext>
            </a:extLst>
          </p:cNvPr>
          <p:cNvSpPr/>
          <p:nvPr/>
        </p:nvSpPr>
        <p:spPr>
          <a:xfrm>
            <a:off x="763165" y="27060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40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40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BA79923-A487-25AC-F073-E49FDA584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5" y="1175648"/>
            <a:ext cx="10468943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Hybrid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+ Vector store architecture for 10x larger historical farm data (yield records, treatment logs) with relational joins on crop-location-time triplets.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Cloud-Scale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Migrate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IBM Cloud Object Storage +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100GB+ embedding datasets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AstraDB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limits—federated search across regions.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FAISS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Replace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AstraDB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Meta FAISS for 50ms query latency on 10M+ document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multimodal indexing (images + text) for visual symptom matching.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Web-Scale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Continual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pipeline from web-crawled agricultural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data—incremental fine-tuning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Granite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emerging pests/climate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Pipeline: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CLIP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YOLOv8 integration for real-time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drone/leaf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analysis—95% accuracy pest identification from field photos + automated severity scoring.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D62F03A8-A8A8-CB93-006E-7173DC866F6F}"/>
              </a:ext>
            </a:extLst>
          </p:cNvPr>
          <p:cNvSpPr/>
          <p:nvPr/>
        </p:nvSpPr>
        <p:spPr>
          <a:xfrm>
            <a:off x="677950" y="367645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40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40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8925A06-F7F9-F25E-EBB3-1891B3344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F07C13B-C0D2-3218-5EE6-E4E239064AD8}"/>
              </a:ext>
            </a:extLst>
          </p:cNvPr>
          <p:cNvSpPr txBox="1"/>
          <p:nvPr/>
        </p:nvSpPr>
        <p:spPr>
          <a:xfrm>
            <a:off x="677950" y="1517302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://github.com/yuktah0/FarmVital-AI0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7BDA5ADF-C9A0-CA5D-844A-6AC3872A0D8C}"/>
              </a:ext>
            </a:extLst>
          </p:cNvPr>
          <p:cNvSpPr/>
          <p:nvPr/>
        </p:nvSpPr>
        <p:spPr>
          <a:xfrm>
            <a:off x="731954" y="50701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4000" b="1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References </a:t>
            </a: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87DB0623-0F87-CF8C-8F2F-3ABCE8629651}"/>
              </a:ext>
            </a:extLst>
          </p:cNvPr>
          <p:cNvSpPr txBox="1">
            <a:spLocks/>
          </p:cNvSpPr>
          <p:nvPr/>
        </p:nvSpPr>
        <p:spPr>
          <a:xfrm>
            <a:off x="607325" y="1395484"/>
            <a:ext cx="10604090" cy="347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watsonx.ai Documentation –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https://www.ibm.com/products/watsonx-ai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Granite Models –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https://www.ibm.com/granite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 –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https://docs.langflow.org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FAO Integrated Pest Management Guidelines –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https://www.fao.org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Council of Agricultural Research (ICAR) –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https://icar.org.in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A9DDD0D-7A91-1E4E-00BA-F7FF05AB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</TotalTime>
  <Words>1072</Words>
  <Application>Microsoft Office PowerPoint</Application>
  <PresentationFormat>Widescreen</PresentationFormat>
  <Paragraphs>101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Office Theme</vt:lpstr>
      <vt:lpstr>Agentic AI Hackathon: Building Intelligent Agents with IBM Granite and LangFlow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DELL</cp:lastModifiedBy>
  <cp:revision>122</cp:revision>
  <dcterms:created xsi:type="dcterms:W3CDTF">2025-07-08T05:06:56Z</dcterms:created>
  <dcterms:modified xsi:type="dcterms:W3CDTF">2026-01-29T02:25:43Z</dcterms:modified>
</cp:coreProperties>
</file>